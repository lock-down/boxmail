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232D3D"/>
                </a:solidFill>
              </a:defRPr>
            </a:pPr>
            <a:r>
              <a:t>项目评审 · 第一页</a:t>
            </a:r>
          </a:p>
          <a:p>
            <a:pPr>
              <a:defRPr sz="1800">
                <a:solidFill>
                  <a:srgbClr val="232D3D"/>
                </a:solidFill>
              </a:defRPr>
            </a:pPr>
            <a:r>
              <a:t>2026年10月30日交付，预算120万元。</a:t>
            </a:r>
          </a:p>
        </p:txBody>
      </p:sp>
      <p:pic>
        <p:nvPicPr>
          <p:cNvPr id="3" name="Picture 2" descr="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54864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232D3D"/>
                </a:solidFill>
              </a:defRPr>
            </a:pPr>
            <a:r>
              <a:t>第二页 · 指标与图表</a:t>
            </a:r>
          </a:p>
          <a:p>
            <a:pPr>
              <a:defRPr sz="1800">
                <a:solidFill>
                  <a:srgbClr val="232D3D"/>
                </a:solidFill>
              </a:defRPr>
            </a:pPr>
            <a:r>
              <a:t>收入增长38%，保留每一页的图表与图片。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828800"/>
          <a:ext cx="6400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